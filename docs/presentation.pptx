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2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2600" b="0">
                <a:solidFill>
                  <a:srgbClr val="14B8A6"/>
                </a:solidFill>
                <a:latin typeface="Calibri"/>
              </a:defRPr>
            </a:pPr>
            <a:r>
              <a:t>AI/NLP Risk Engine for Real-Time Market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S&amp;P Global &amp; Crisil Campus Hackathon 2026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Krishna Kaushal  ·  MNNIT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Problem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Risk desks drown in headlines. </a:t>
            </a:r>
            <a:r>
              <a:rPr sz="1700">
                <a:solidFill>
                  <a:srgbClr val="111827"/>
                </a:solidFill>
                <a:latin typeface="Calibri"/>
              </a:rPr>
              <a:t>Analysts can't read every wire, tweet, and filing intraday — material events get priced before they're read.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Sentiment alone isn't a signal. </a:t>
            </a:r>
            <a:r>
              <a:rPr sz="1700">
                <a:solidFill>
                  <a:srgbClr val="111827"/>
                </a:solidFill>
                <a:latin typeface="Calibri"/>
              </a:rPr>
              <a:t>A polarity score with no event type, no ticker linkage, and no impact estimate can't drive a portfolio decision.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Stress tests lag the news. </a:t>
            </a:r>
            <a:r>
              <a:rPr sz="1700">
                <a:solidFill>
                  <a:srgbClr val="111827"/>
                </a:solidFill>
                <a:latin typeface="Calibri"/>
              </a:rPr>
              <a:t>Scenario shocks are run quarterly on stale assumptions while the market reprices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430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OUR APPROACH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Three-stage NLP risk engine. </a:t>
            </a:r>
            <a:r>
              <a:rPr sz="1700">
                <a:solidFill>
                  <a:srgbClr val="111827"/>
                </a:solidFill>
                <a:latin typeface="Calibri"/>
              </a:rPr>
              <a:t>FinBERT-style sentiment → zero-shot event classification → impact scorer (magnitude × novelty × credibility).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Ticker-linked signal store. </a:t>
            </a:r>
            <a:r>
              <a:rPr sz="1700">
                <a:solidFill>
                  <a:srgbClr val="111827"/>
                </a:solidFill>
                <a:latin typeface="Calibri"/>
              </a:rPr>
              <a:t>Every signal lands in signals.jsonl and a FastAPI layer (/signals, /analyze) — one contract for all consumers.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Two downstream modules. </a:t>
            </a:r>
            <a:r>
              <a:rPr sz="1700">
                <a:solidFill>
                  <a:srgbClr val="111827"/>
                </a:solidFill>
                <a:latin typeface="Calibri"/>
              </a:rPr>
              <a:t>(A) Index rebalancer tilts weights away from negative-risk names; (B) stress tester prices event-driven scenarios with loss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Sources → Ingestion → NLP Risk Engine → Signal Store + API → Modules A/B → Dashboard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Modular pipeline (risk_engine / module_a / module_b / api / dashboard). </a:t>
            </a:r>
            <a:r>
              <a:rPr sz="1700">
                <a:solidFill>
                  <a:srgbClr val="111827"/>
                </a:solidFill>
                <a:latin typeface="Calibri"/>
              </a:rPr>
              <a:t>Each stage is runnable standalone — `PYTHONPATH=src python -m risk_engine.pipeline --sources synthetic_social --limit 40`.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Zero-model default, real-model upgrade path. </a:t>
            </a:r>
            <a:r>
              <a:rPr sz="1700">
                <a:solidFill>
                  <a:srgbClr val="111827"/>
                </a:solidFill>
                <a:latin typeface="Calibri"/>
              </a:rPr>
              <a:t>VADER-style lexicon sentiment + heuristic event classifier run with no downloads; set RISK_ENGINE_BACKEND=hf with torch for FinBERT/zero-shot via transformers.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Keyless, offline-capable data. </a:t>
            </a:r>
            <a:r>
              <a:rPr sz="1700">
                <a:solidFill>
                  <a:srgbClr val="111827"/>
                </a:solidFill>
                <a:latin typeface="Calibri"/>
              </a:rPr>
              <a:t>GDELT 2.1 needs no API key; NewsAPI is optional; yfinance prices and the wholesale portfolio both have deterministic synthetic fallbacks.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Reproducible metrics pipeline. </a:t>
            </a:r>
            <a:r>
              <a:rPr sz="1700">
                <a:solidFill>
                  <a:srgbClr val="111827"/>
                </a:solidFill>
                <a:latin typeface="Calibri"/>
              </a:rPr>
              <a:t>Backtest and stress test write data/module_a_results.json / data/module_b_results.json — this deck is generated from those files.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▸ Typed API + interactive dashboard. </a:t>
            </a:r>
            <a:r>
              <a:rPr sz="1700">
                <a:solidFill>
                  <a:srgbClr val="111827"/>
                </a:solidFill>
                <a:latin typeface="Calibri"/>
              </a:rPr>
              <a:t>FastAPI serves signals and ad-hoc analysis; Streamlit/Plotly renders weights, equity curves, and loss attribution.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Module A backtest vs. equal-weight baseline  ·  Module B event-driven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MODULE A — INDEX REBALANCER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5640" y="2067560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Signals processed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965960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2848" y="2067560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Sharpe — risk-tilted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2.665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965960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0056" y="2067560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Sharpe — baseline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2.676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0264" y="1965960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7264" y="2067560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Cum. return — tilted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17.93%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5848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640" y="3457448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Cum. return — baseline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18.02%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3355848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2848" y="3457448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Max drawdown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5.43%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355848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0056" y="3457448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Turnover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82.80%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005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MODULE B — STRESS TESTER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85816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640" y="5487416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Worst scenario loss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26.28%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5385816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2848" y="5487416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Worst scenario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Geopolitical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5385816"/>
            <a:ext cx="26060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0056" y="5487416"/>
            <a:ext cx="2352040" cy="98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Scenarios tested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1E3A8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Domain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Aft>
                <a:spcPts val="6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What a risk desk gains from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▸ News-to-action in minutes, not hours. </a:t>
            </a:r>
            <a:r>
              <a:rPr sz="1900">
                <a:solidFill>
                  <a:srgbClr val="111827"/>
                </a:solidFill>
                <a:latin typeface="Calibri"/>
              </a:rPr>
              <a:t>Ticker-linked risk signals flow intraday — no analyst required to read every headline first.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▸ Systematic de-risking. </a:t>
            </a:r>
            <a:r>
              <a:rPr sz="1900">
                <a:solidFill>
                  <a:srgbClr val="111827"/>
                </a:solidFill>
                <a:latin typeface="Calibri"/>
              </a:rPr>
              <a:t>Module A trims exposure to names under negative event pressure before clusters compound.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▸ Board-ready worst cases. </a:t>
            </a:r>
            <a:r>
              <a:rPr sz="1900">
                <a:solidFill>
                  <a:srgbClr val="111827"/>
                </a:solidFill>
                <a:latin typeface="Calibri"/>
              </a:rPr>
              <a:t>Module B turns 'what if rates spike?' into a loss % with per-position attribution a CRO can defend.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▸ Zero vendor lock-in. </a:t>
            </a:r>
            <a:r>
              <a:rPr sz="1900">
                <a:solidFill>
                  <a:srgbClr val="111827"/>
                </a:solidFill>
                <a:latin typeface="Calibri"/>
              </a:rPr>
              <a:t>Keyless feeds, offline fallbacks, laptop-grade compute — deployable on a desk or a free-tier cloud box.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▸ Auditable by construction. </a:t>
            </a:r>
            <a:r>
              <a:rPr sz="1900">
                <a:solidFill>
                  <a:srgbClr val="111827"/>
                </a:solidFill>
                <a:latin typeface="Calibri"/>
              </a:rPr>
              <a:t>Every signal, weight, and scenario result is a JSON artifact — reproducible and inspectable.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8A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28016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Backtests ignore transaction costs and slippage.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Entity→ticker mapping covers a fixed large-cap watchlist.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Synthetic samples model headline structure, not market outcomes.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Free-tier feeds can lag; no streaming WebSocket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430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B8A6"/>
                </a:solidFill>
                <a:latin typeface="Calibri"/>
              </a:defRPr>
            </a:pPr>
            <a:r>
              <a:t>NEXT STEPS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Fine-tune FinBERT on finance headlines; add multilingual ingestion.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Live WebSocket push for breaking-signal alerts.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Transaction-cost-aware rebalancing and turnover penalties.</a:t>
            </a:r>
          </a:p>
          <a:p>
            <a:pPr>
              <a:spcAft>
                <a:spcPts val="10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▸ Expand scenario library (credit, liquidity, climate) with regulator templates.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6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Sentinel — real-time NLP risk signals, risk-tilted rebalancing, event-driven stress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